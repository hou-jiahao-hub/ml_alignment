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讲解建议（约60秒）：surface模式固定ACTS smoothed point与direction。每轮用当前δα移动传感器面，重新计算直线与平面交点，并转回局部坐标形成residual。measurement variance与component mask进入χ²，autograd沿完整几何链反传，Adam更新目标surface的激活DOF，然后回到求交步骤。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讲解建议（约40秒）：左图强调固定径迹、移动平面。右侧区分固定输入和优化变量。最后明确方法边界：在错位几何下拟合得到的smoothed track可能吸收错位，因此surface loss下降不保证恢复nominal；free mode通过联立优化轨迹和几何处理这一问题。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urface alignment slide 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urface alignment slide 2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ML_Alignment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Surface Alignment Logic Framework</dc:title>
  <dc:subject>Surface-mode differentiable detector alignment</dc:subject>
  <dc:creator>ML_Alignment</dc:creator>
  <cp:lastModifiedBy>ML_Alignment</cp:lastModifiedBy>
  <cp:revision>1</cp:revision>
  <dcterms:created xsi:type="dcterms:W3CDTF">2026-08-22T08:54:49Z</dcterms:created>
  <dcterms:modified xsi:type="dcterms:W3CDTF">2026-08-22T08:54:49Z</dcterms:modified>
</cp:coreProperties>
</file>